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6" d="100"/>
          <a:sy n="76" d="100"/>
        </p:scale>
        <p:origin x="66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2B5240-482F-4AEC-9635-4951E207102B}"/>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9326C0F9-2736-4E01-8DB3-A28146E9D5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3345E2BA-1A41-4537-95D0-4495CD1B1355}"/>
              </a:ext>
            </a:extLst>
          </p:cNvPr>
          <p:cNvSpPr>
            <a:spLocks noGrp="1"/>
          </p:cNvSpPr>
          <p:nvPr>
            <p:ph type="dt" sz="half" idx="10"/>
          </p:nvPr>
        </p:nvSpPr>
        <p:spPr/>
        <p:txBody>
          <a:bodyPr/>
          <a:lstStyle/>
          <a:p>
            <a:fld id="{69D6DB8B-A167-40AF-873F-3693666EAD9F}" type="datetimeFigureOut">
              <a:rPr lang="ru-RU" smtClean="0"/>
              <a:t>16.02.2026</a:t>
            </a:fld>
            <a:endParaRPr lang="ru-RU"/>
          </a:p>
        </p:txBody>
      </p:sp>
      <p:sp>
        <p:nvSpPr>
          <p:cNvPr id="5" name="Нижний колонтитул 4">
            <a:extLst>
              <a:ext uri="{FF2B5EF4-FFF2-40B4-BE49-F238E27FC236}">
                <a16:creationId xmlns:a16="http://schemas.microsoft.com/office/drawing/2014/main" id="{B487D6A8-F23E-4AAD-92DE-54B05026939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2C4755E-F0C7-41A3-A42E-A50548316044}"/>
              </a:ext>
            </a:extLst>
          </p:cNvPr>
          <p:cNvSpPr>
            <a:spLocks noGrp="1"/>
          </p:cNvSpPr>
          <p:nvPr>
            <p:ph type="sldNum" sz="quarter" idx="12"/>
          </p:nvPr>
        </p:nvSpPr>
        <p:spPr/>
        <p:txBody>
          <a:bodyPr/>
          <a:lstStyle/>
          <a:p>
            <a:fld id="{5D436E82-0926-4A11-A72C-0906E0BB5228}" type="slidenum">
              <a:rPr lang="ru-RU" smtClean="0"/>
              <a:t>‹#›</a:t>
            </a:fld>
            <a:endParaRPr lang="ru-RU"/>
          </a:p>
        </p:txBody>
      </p:sp>
    </p:spTree>
    <p:extLst>
      <p:ext uri="{BB962C8B-B14F-4D97-AF65-F5344CB8AC3E}">
        <p14:creationId xmlns:p14="http://schemas.microsoft.com/office/powerpoint/2010/main" val="3712608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5CD72A-588F-4222-83A1-CFB7BCA61923}"/>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629A919C-ED6D-4A63-80D1-9FDF773B5E04}"/>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70F65DC-C67A-419C-92DE-A7500BAE9C2D}"/>
              </a:ext>
            </a:extLst>
          </p:cNvPr>
          <p:cNvSpPr>
            <a:spLocks noGrp="1"/>
          </p:cNvSpPr>
          <p:nvPr>
            <p:ph type="dt" sz="half" idx="10"/>
          </p:nvPr>
        </p:nvSpPr>
        <p:spPr/>
        <p:txBody>
          <a:bodyPr/>
          <a:lstStyle/>
          <a:p>
            <a:fld id="{69D6DB8B-A167-40AF-873F-3693666EAD9F}" type="datetimeFigureOut">
              <a:rPr lang="ru-RU" smtClean="0"/>
              <a:t>16.02.2026</a:t>
            </a:fld>
            <a:endParaRPr lang="ru-RU"/>
          </a:p>
        </p:txBody>
      </p:sp>
      <p:sp>
        <p:nvSpPr>
          <p:cNvPr id="5" name="Нижний колонтитул 4">
            <a:extLst>
              <a:ext uri="{FF2B5EF4-FFF2-40B4-BE49-F238E27FC236}">
                <a16:creationId xmlns:a16="http://schemas.microsoft.com/office/drawing/2014/main" id="{725CBFF0-1FFD-414E-B14E-1B5FF3DB45A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7B705B2-C6A6-4520-AB71-DDB6C56CB3B8}"/>
              </a:ext>
            </a:extLst>
          </p:cNvPr>
          <p:cNvSpPr>
            <a:spLocks noGrp="1"/>
          </p:cNvSpPr>
          <p:nvPr>
            <p:ph type="sldNum" sz="quarter" idx="12"/>
          </p:nvPr>
        </p:nvSpPr>
        <p:spPr/>
        <p:txBody>
          <a:bodyPr/>
          <a:lstStyle/>
          <a:p>
            <a:fld id="{5D436E82-0926-4A11-A72C-0906E0BB5228}" type="slidenum">
              <a:rPr lang="ru-RU" smtClean="0"/>
              <a:t>‹#›</a:t>
            </a:fld>
            <a:endParaRPr lang="ru-RU"/>
          </a:p>
        </p:txBody>
      </p:sp>
    </p:spTree>
    <p:extLst>
      <p:ext uri="{BB962C8B-B14F-4D97-AF65-F5344CB8AC3E}">
        <p14:creationId xmlns:p14="http://schemas.microsoft.com/office/powerpoint/2010/main" val="3740080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9826EF-01B5-4767-8035-280149136E74}"/>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D623C106-EE02-44A5-BC59-C348ED0E5E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AA6D70B5-1DC9-4ABE-91F6-E3BCB71E9A81}"/>
              </a:ext>
            </a:extLst>
          </p:cNvPr>
          <p:cNvSpPr>
            <a:spLocks noGrp="1"/>
          </p:cNvSpPr>
          <p:nvPr>
            <p:ph type="dt" sz="half" idx="10"/>
          </p:nvPr>
        </p:nvSpPr>
        <p:spPr/>
        <p:txBody>
          <a:bodyPr/>
          <a:lstStyle/>
          <a:p>
            <a:fld id="{69D6DB8B-A167-40AF-873F-3693666EAD9F}" type="datetimeFigureOut">
              <a:rPr lang="ru-RU" smtClean="0"/>
              <a:t>16.02.2026</a:t>
            </a:fld>
            <a:endParaRPr lang="ru-RU"/>
          </a:p>
        </p:txBody>
      </p:sp>
      <p:sp>
        <p:nvSpPr>
          <p:cNvPr id="5" name="Нижний колонтитул 4">
            <a:extLst>
              <a:ext uri="{FF2B5EF4-FFF2-40B4-BE49-F238E27FC236}">
                <a16:creationId xmlns:a16="http://schemas.microsoft.com/office/drawing/2014/main" id="{7AF1B857-6C70-4ADC-8BB0-BE2E5733734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513C2EB-10E2-43DF-B543-9710E71531A4}"/>
              </a:ext>
            </a:extLst>
          </p:cNvPr>
          <p:cNvSpPr>
            <a:spLocks noGrp="1"/>
          </p:cNvSpPr>
          <p:nvPr>
            <p:ph type="sldNum" sz="quarter" idx="12"/>
          </p:nvPr>
        </p:nvSpPr>
        <p:spPr/>
        <p:txBody>
          <a:bodyPr/>
          <a:lstStyle/>
          <a:p>
            <a:fld id="{5D436E82-0926-4A11-A72C-0906E0BB5228}" type="slidenum">
              <a:rPr lang="ru-RU" smtClean="0"/>
              <a:t>‹#›</a:t>
            </a:fld>
            <a:endParaRPr lang="ru-RU"/>
          </a:p>
        </p:txBody>
      </p:sp>
    </p:spTree>
    <p:extLst>
      <p:ext uri="{BB962C8B-B14F-4D97-AF65-F5344CB8AC3E}">
        <p14:creationId xmlns:p14="http://schemas.microsoft.com/office/powerpoint/2010/main" val="1745322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DE176F-51F0-4352-BA57-B91DF6A42A36}"/>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92A04A66-3010-474B-B11E-BA4FA88A67B3}"/>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2E323D0C-B9B2-4CBA-8277-03C2F5FF4AC0}"/>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F7A4342C-C73A-4532-84BC-0CF5A958B7CD}"/>
              </a:ext>
            </a:extLst>
          </p:cNvPr>
          <p:cNvSpPr>
            <a:spLocks noGrp="1"/>
          </p:cNvSpPr>
          <p:nvPr>
            <p:ph type="dt" sz="half" idx="10"/>
          </p:nvPr>
        </p:nvSpPr>
        <p:spPr/>
        <p:txBody>
          <a:bodyPr/>
          <a:lstStyle/>
          <a:p>
            <a:fld id="{69D6DB8B-A167-40AF-873F-3693666EAD9F}" type="datetimeFigureOut">
              <a:rPr lang="ru-RU" smtClean="0"/>
              <a:t>16.02.2026</a:t>
            </a:fld>
            <a:endParaRPr lang="ru-RU"/>
          </a:p>
        </p:txBody>
      </p:sp>
      <p:sp>
        <p:nvSpPr>
          <p:cNvPr id="6" name="Нижний колонтитул 5">
            <a:extLst>
              <a:ext uri="{FF2B5EF4-FFF2-40B4-BE49-F238E27FC236}">
                <a16:creationId xmlns:a16="http://schemas.microsoft.com/office/drawing/2014/main" id="{75CCBED9-5CA5-4B35-AA9C-E854B4F65AC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5438CADD-FFA4-4D35-A731-9D0FCBD30911}"/>
              </a:ext>
            </a:extLst>
          </p:cNvPr>
          <p:cNvSpPr>
            <a:spLocks noGrp="1"/>
          </p:cNvSpPr>
          <p:nvPr>
            <p:ph type="sldNum" sz="quarter" idx="12"/>
          </p:nvPr>
        </p:nvSpPr>
        <p:spPr/>
        <p:txBody>
          <a:bodyPr/>
          <a:lstStyle/>
          <a:p>
            <a:fld id="{5D436E82-0926-4A11-A72C-0906E0BB5228}" type="slidenum">
              <a:rPr lang="ru-RU" smtClean="0"/>
              <a:t>‹#›</a:t>
            </a:fld>
            <a:endParaRPr lang="ru-RU"/>
          </a:p>
        </p:txBody>
      </p:sp>
    </p:spTree>
    <p:extLst>
      <p:ext uri="{BB962C8B-B14F-4D97-AF65-F5344CB8AC3E}">
        <p14:creationId xmlns:p14="http://schemas.microsoft.com/office/powerpoint/2010/main" val="3830417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FD859EC-C323-4E06-B866-4DFA5074E278}"/>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57B1A8B9-6D7D-4CA6-956D-B29583D559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72F3D5F-EFD7-4288-8E73-7FC87807A246}"/>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53AB0166-4FA0-4E17-BDC1-11108F67AC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13702D3-2DBD-4E65-B3F6-F82055676010}"/>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9D999BD5-86FE-4E14-ABCB-B5613A09ABB9}"/>
              </a:ext>
            </a:extLst>
          </p:cNvPr>
          <p:cNvSpPr>
            <a:spLocks noGrp="1"/>
          </p:cNvSpPr>
          <p:nvPr>
            <p:ph type="dt" sz="half" idx="10"/>
          </p:nvPr>
        </p:nvSpPr>
        <p:spPr/>
        <p:txBody>
          <a:bodyPr/>
          <a:lstStyle/>
          <a:p>
            <a:fld id="{69D6DB8B-A167-40AF-873F-3693666EAD9F}" type="datetimeFigureOut">
              <a:rPr lang="ru-RU" smtClean="0"/>
              <a:t>16.02.2026</a:t>
            </a:fld>
            <a:endParaRPr lang="ru-RU"/>
          </a:p>
        </p:txBody>
      </p:sp>
      <p:sp>
        <p:nvSpPr>
          <p:cNvPr id="8" name="Нижний колонтитул 7">
            <a:extLst>
              <a:ext uri="{FF2B5EF4-FFF2-40B4-BE49-F238E27FC236}">
                <a16:creationId xmlns:a16="http://schemas.microsoft.com/office/drawing/2014/main" id="{C905CD66-C413-4000-BBF1-2DF68DAE0139}"/>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DAB6A234-FFBC-4C5D-BEEE-5795716F8402}"/>
              </a:ext>
            </a:extLst>
          </p:cNvPr>
          <p:cNvSpPr>
            <a:spLocks noGrp="1"/>
          </p:cNvSpPr>
          <p:nvPr>
            <p:ph type="sldNum" sz="quarter" idx="12"/>
          </p:nvPr>
        </p:nvSpPr>
        <p:spPr/>
        <p:txBody>
          <a:bodyPr/>
          <a:lstStyle/>
          <a:p>
            <a:fld id="{5D436E82-0926-4A11-A72C-0906E0BB5228}" type="slidenum">
              <a:rPr lang="ru-RU" smtClean="0"/>
              <a:t>‹#›</a:t>
            </a:fld>
            <a:endParaRPr lang="ru-RU"/>
          </a:p>
        </p:txBody>
      </p:sp>
    </p:spTree>
    <p:extLst>
      <p:ext uri="{BB962C8B-B14F-4D97-AF65-F5344CB8AC3E}">
        <p14:creationId xmlns:p14="http://schemas.microsoft.com/office/powerpoint/2010/main" val="735168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E363D5F-CF2F-4D88-B8F2-C11AF1E31328}"/>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AE773529-E6AB-4526-9423-64059D89ABA3}"/>
              </a:ext>
            </a:extLst>
          </p:cNvPr>
          <p:cNvSpPr>
            <a:spLocks noGrp="1"/>
          </p:cNvSpPr>
          <p:nvPr>
            <p:ph type="dt" sz="half" idx="10"/>
          </p:nvPr>
        </p:nvSpPr>
        <p:spPr/>
        <p:txBody>
          <a:bodyPr/>
          <a:lstStyle/>
          <a:p>
            <a:fld id="{69D6DB8B-A167-40AF-873F-3693666EAD9F}" type="datetimeFigureOut">
              <a:rPr lang="ru-RU" smtClean="0"/>
              <a:t>16.02.2026</a:t>
            </a:fld>
            <a:endParaRPr lang="ru-RU"/>
          </a:p>
        </p:txBody>
      </p:sp>
      <p:sp>
        <p:nvSpPr>
          <p:cNvPr id="4" name="Нижний колонтитул 3">
            <a:extLst>
              <a:ext uri="{FF2B5EF4-FFF2-40B4-BE49-F238E27FC236}">
                <a16:creationId xmlns:a16="http://schemas.microsoft.com/office/drawing/2014/main" id="{FA37CDB5-A733-4560-B872-3E1C9A5B7D9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D141A51F-132C-4DA5-AFA8-45F78A549A3C}"/>
              </a:ext>
            </a:extLst>
          </p:cNvPr>
          <p:cNvSpPr>
            <a:spLocks noGrp="1"/>
          </p:cNvSpPr>
          <p:nvPr>
            <p:ph type="sldNum" sz="quarter" idx="12"/>
          </p:nvPr>
        </p:nvSpPr>
        <p:spPr/>
        <p:txBody>
          <a:bodyPr/>
          <a:lstStyle/>
          <a:p>
            <a:fld id="{5D436E82-0926-4A11-A72C-0906E0BB5228}" type="slidenum">
              <a:rPr lang="ru-RU" smtClean="0"/>
              <a:t>‹#›</a:t>
            </a:fld>
            <a:endParaRPr lang="ru-RU"/>
          </a:p>
        </p:txBody>
      </p:sp>
    </p:spTree>
    <p:extLst>
      <p:ext uri="{BB962C8B-B14F-4D97-AF65-F5344CB8AC3E}">
        <p14:creationId xmlns:p14="http://schemas.microsoft.com/office/powerpoint/2010/main" val="3074771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B5924C40-FF62-4F86-964B-4BF00E7D7E15}"/>
              </a:ext>
            </a:extLst>
          </p:cNvPr>
          <p:cNvSpPr>
            <a:spLocks noGrp="1"/>
          </p:cNvSpPr>
          <p:nvPr>
            <p:ph type="dt" sz="half" idx="10"/>
          </p:nvPr>
        </p:nvSpPr>
        <p:spPr/>
        <p:txBody>
          <a:bodyPr/>
          <a:lstStyle/>
          <a:p>
            <a:fld id="{69D6DB8B-A167-40AF-873F-3693666EAD9F}" type="datetimeFigureOut">
              <a:rPr lang="ru-RU" smtClean="0"/>
              <a:t>16.02.2026</a:t>
            </a:fld>
            <a:endParaRPr lang="ru-RU"/>
          </a:p>
        </p:txBody>
      </p:sp>
      <p:sp>
        <p:nvSpPr>
          <p:cNvPr id="3" name="Нижний колонтитул 2">
            <a:extLst>
              <a:ext uri="{FF2B5EF4-FFF2-40B4-BE49-F238E27FC236}">
                <a16:creationId xmlns:a16="http://schemas.microsoft.com/office/drawing/2014/main" id="{DAAB012F-B6CD-475D-8C60-85C697B04E2E}"/>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5DD10EF2-0729-4913-8DA1-BC424BD05A3F}"/>
              </a:ext>
            </a:extLst>
          </p:cNvPr>
          <p:cNvSpPr>
            <a:spLocks noGrp="1"/>
          </p:cNvSpPr>
          <p:nvPr>
            <p:ph type="sldNum" sz="quarter" idx="12"/>
          </p:nvPr>
        </p:nvSpPr>
        <p:spPr/>
        <p:txBody>
          <a:bodyPr/>
          <a:lstStyle/>
          <a:p>
            <a:fld id="{5D436E82-0926-4A11-A72C-0906E0BB5228}" type="slidenum">
              <a:rPr lang="ru-RU" smtClean="0"/>
              <a:t>‹#›</a:t>
            </a:fld>
            <a:endParaRPr lang="ru-RU"/>
          </a:p>
        </p:txBody>
      </p:sp>
    </p:spTree>
    <p:extLst>
      <p:ext uri="{BB962C8B-B14F-4D97-AF65-F5344CB8AC3E}">
        <p14:creationId xmlns:p14="http://schemas.microsoft.com/office/powerpoint/2010/main" val="652087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CA49A00-0AF2-4855-994B-ACEFEA4F46EB}"/>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36EF7C0A-87D1-4B6C-9D99-B605892982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35063862-A456-4884-B501-528290339C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9856B0D-F1CA-4621-B4F6-90509BC99037}"/>
              </a:ext>
            </a:extLst>
          </p:cNvPr>
          <p:cNvSpPr>
            <a:spLocks noGrp="1"/>
          </p:cNvSpPr>
          <p:nvPr>
            <p:ph type="dt" sz="half" idx="10"/>
          </p:nvPr>
        </p:nvSpPr>
        <p:spPr/>
        <p:txBody>
          <a:bodyPr/>
          <a:lstStyle/>
          <a:p>
            <a:fld id="{69D6DB8B-A167-40AF-873F-3693666EAD9F}" type="datetimeFigureOut">
              <a:rPr lang="ru-RU" smtClean="0"/>
              <a:t>16.02.2026</a:t>
            </a:fld>
            <a:endParaRPr lang="ru-RU"/>
          </a:p>
        </p:txBody>
      </p:sp>
      <p:sp>
        <p:nvSpPr>
          <p:cNvPr id="6" name="Нижний колонтитул 5">
            <a:extLst>
              <a:ext uri="{FF2B5EF4-FFF2-40B4-BE49-F238E27FC236}">
                <a16:creationId xmlns:a16="http://schemas.microsoft.com/office/drawing/2014/main" id="{E37AC1AE-BF91-409A-B1C3-707A6CB118F6}"/>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694D416D-D823-4880-9340-775647420644}"/>
              </a:ext>
            </a:extLst>
          </p:cNvPr>
          <p:cNvSpPr>
            <a:spLocks noGrp="1"/>
          </p:cNvSpPr>
          <p:nvPr>
            <p:ph type="sldNum" sz="quarter" idx="12"/>
          </p:nvPr>
        </p:nvSpPr>
        <p:spPr/>
        <p:txBody>
          <a:bodyPr/>
          <a:lstStyle/>
          <a:p>
            <a:fld id="{5D436E82-0926-4A11-A72C-0906E0BB5228}" type="slidenum">
              <a:rPr lang="ru-RU" smtClean="0"/>
              <a:t>‹#›</a:t>
            </a:fld>
            <a:endParaRPr lang="ru-RU"/>
          </a:p>
        </p:txBody>
      </p:sp>
    </p:spTree>
    <p:extLst>
      <p:ext uri="{BB962C8B-B14F-4D97-AF65-F5344CB8AC3E}">
        <p14:creationId xmlns:p14="http://schemas.microsoft.com/office/powerpoint/2010/main" val="43079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EE7B145-4A67-448B-B241-72F78CA2DE5A}"/>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2681693E-A0A1-4E86-A0A8-875FA34383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CE5E31BA-643E-4F4C-A398-95F36B866C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FE2E4E68-6EB5-46E1-89B0-87292FFC3368}"/>
              </a:ext>
            </a:extLst>
          </p:cNvPr>
          <p:cNvSpPr>
            <a:spLocks noGrp="1"/>
          </p:cNvSpPr>
          <p:nvPr>
            <p:ph type="dt" sz="half" idx="10"/>
          </p:nvPr>
        </p:nvSpPr>
        <p:spPr/>
        <p:txBody>
          <a:bodyPr/>
          <a:lstStyle/>
          <a:p>
            <a:fld id="{69D6DB8B-A167-40AF-873F-3693666EAD9F}" type="datetimeFigureOut">
              <a:rPr lang="ru-RU" smtClean="0"/>
              <a:t>16.02.2026</a:t>
            </a:fld>
            <a:endParaRPr lang="ru-RU"/>
          </a:p>
        </p:txBody>
      </p:sp>
      <p:sp>
        <p:nvSpPr>
          <p:cNvPr id="6" name="Нижний колонтитул 5">
            <a:extLst>
              <a:ext uri="{FF2B5EF4-FFF2-40B4-BE49-F238E27FC236}">
                <a16:creationId xmlns:a16="http://schemas.microsoft.com/office/drawing/2014/main" id="{D102B7E8-15A1-4F52-81A7-C59968158936}"/>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AD761A53-A2C4-442A-AC45-70C54FC95B07}"/>
              </a:ext>
            </a:extLst>
          </p:cNvPr>
          <p:cNvSpPr>
            <a:spLocks noGrp="1"/>
          </p:cNvSpPr>
          <p:nvPr>
            <p:ph type="sldNum" sz="quarter" idx="12"/>
          </p:nvPr>
        </p:nvSpPr>
        <p:spPr/>
        <p:txBody>
          <a:bodyPr/>
          <a:lstStyle/>
          <a:p>
            <a:fld id="{5D436E82-0926-4A11-A72C-0906E0BB5228}" type="slidenum">
              <a:rPr lang="ru-RU" smtClean="0"/>
              <a:t>‹#›</a:t>
            </a:fld>
            <a:endParaRPr lang="ru-RU"/>
          </a:p>
        </p:txBody>
      </p:sp>
    </p:spTree>
    <p:extLst>
      <p:ext uri="{BB962C8B-B14F-4D97-AF65-F5344CB8AC3E}">
        <p14:creationId xmlns:p14="http://schemas.microsoft.com/office/powerpoint/2010/main" val="2365359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E4302A-F52D-436A-86A9-3CD4239D72EB}"/>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8425AD82-5B06-4DDF-B1D0-C8864D278BB2}"/>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DBB18F2-AF64-4928-9E4B-B9E10D37F9C2}"/>
              </a:ext>
            </a:extLst>
          </p:cNvPr>
          <p:cNvSpPr>
            <a:spLocks noGrp="1"/>
          </p:cNvSpPr>
          <p:nvPr>
            <p:ph type="dt" sz="half" idx="10"/>
          </p:nvPr>
        </p:nvSpPr>
        <p:spPr/>
        <p:txBody>
          <a:bodyPr/>
          <a:lstStyle/>
          <a:p>
            <a:fld id="{69D6DB8B-A167-40AF-873F-3693666EAD9F}" type="datetimeFigureOut">
              <a:rPr lang="ru-RU" smtClean="0"/>
              <a:t>16.02.2026</a:t>
            </a:fld>
            <a:endParaRPr lang="ru-RU"/>
          </a:p>
        </p:txBody>
      </p:sp>
      <p:sp>
        <p:nvSpPr>
          <p:cNvPr id="5" name="Нижний колонтитул 4">
            <a:extLst>
              <a:ext uri="{FF2B5EF4-FFF2-40B4-BE49-F238E27FC236}">
                <a16:creationId xmlns:a16="http://schemas.microsoft.com/office/drawing/2014/main" id="{72FB64F5-4F4F-48D7-99A3-24A96818CC0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ED5D187-557C-439E-8CB4-3DF3076C56A8}"/>
              </a:ext>
            </a:extLst>
          </p:cNvPr>
          <p:cNvSpPr>
            <a:spLocks noGrp="1"/>
          </p:cNvSpPr>
          <p:nvPr>
            <p:ph type="sldNum" sz="quarter" idx="12"/>
          </p:nvPr>
        </p:nvSpPr>
        <p:spPr/>
        <p:txBody>
          <a:bodyPr/>
          <a:lstStyle/>
          <a:p>
            <a:fld id="{5D436E82-0926-4A11-A72C-0906E0BB5228}" type="slidenum">
              <a:rPr lang="ru-RU" smtClean="0"/>
              <a:t>‹#›</a:t>
            </a:fld>
            <a:endParaRPr lang="ru-RU"/>
          </a:p>
        </p:txBody>
      </p:sp>
    </p:spTree>
    <p:extLst>
      <p:ext uri="{BB962C8B-B14F-4D97-AF65-F5344CB8AC3E}">
        <p14:creationId xmlns:p14="http://schemas.microsoft.com/office/powerpoint/2010/main" val="1829519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E5BC0368-7312-49FA-BE0E-49A33143E8ED}"/>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22C426FD-4B0B-45C3-B7BF-8989B7F5CCB5}"/>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1E106F9D-C05B-4686-8ECC-401252640453}"/>
              </a:ext>
            </a:extLst>
          </p:cNvPr>
          <p:cNvSpPr>
            <a:spLocks noGrp="1"/>
          </p:cNvSpPr>
          <p:nvPr>
            <p:ph type="dt" sz="half" idx="10"/>
          </p:nvPr>
        </p:nvSpPr>
        <p:spPr/>
        <p:txBody>
          <a:bodyPr/>
          <a:lstStyle/>
          <a:p>
            <a:fld id="{69D6DB8B-A167-40AF-873F-3693666EAD9F}" type="datetimeFigureOut">
              <a:rPr lang="ru-RU" smtClean="0"/>
              <a:t>16.02.2026</a:t>
            </a:fld>
            <a:endParaRPr lang="ru-RU"/>
          </a:p>
        </p:txBody>
      </p:sp>
      <p:sp>
        <p:nvSpPr>
          <p:cNvPr id="5" name="Нижний колонтитул 4">
            <a:extLst>
              <a:ext uri="{FF2B5EF4-FFF2-40B4-BE49-F238E27FC236}">
                <a16:creationId xmlns:a16="http://schemas.microsoft.com/office/drawing/2014/main" id="{4DB1E30C-E2E3-4D4E-AD84-1B4C0C5F9E0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8949E01-1244-4A7B-ABD6-06AB22F8E0FA}"/>
              </a:ext>
            </a:extLst>
          </p:cNvPr>
          <p:cNvSpPr>
            <a:spLocks noGrp="1"/>
          </p:cNvSpPr>
          <p:nvPr>
            <p:ph type="sldNum" sz="quarter" idx="12"/>
          </p:nvPr>
        </p:nvSpPr>
        <p:spPr/>
        <p:txBody>
          <a:bodyPr/>
          <a:lstStyle/>
          <a:p>
            <a:fld id="{5D436E82-0926-4A11-A72C-0906E0BB5228}" type="slidenum">
              <a:rPr lang="ru-RU" smtClean="0"/>
              <a:t>‹#›</a:t>
            </a:fld>
            <a:endParaRPr lang="ru-RU"/>
          </a:p>
        </p:txBody>
      </p:sp>
    </p:spTree>
    <p:extLst>
      <p:ext uri="{BB962C8B-B14F-4D97-AF65-F5344CB8AC3E}">
        <p14:creationId xmlns:p14="http://schemas.microsoft.com/office/powerpoint/2010/main" val="2839019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9007736-F966-4ABE-83FB-9024BCC68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16B48E96-7BAD-42AC-9F27-C942AED63F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122543AE-D955-41D3-8BB5-89D36EB3EC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D6DB8B-A167-40AF-873F-3693666EAD9F}" type="datetimeFigureOut">
              <a:rPr lang="ru-RU" smtClean="0"/>
              <a:t>16.02.2026</a:t>
            </a:fld>
            <a:endParaRPr lang="ru-RU"/>
          </a:p>
        </p:txBody>
      </p:sp>
      <p:sp>
        <p:nvSpPr>
          <p:cNvPr id="5" name="Нижний колонтитул 4">
            <a:extLst>
              <a:ext uri="{FF2B5EF4-FFF2-40B4-BE49-F238E27FC236}">
                <a16:creationId xmlns:a16="http://schemas.microsoft.com/office/drawing/2014/main" id="{998423C9-21AC-467D-94A5-9F817FDEF2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3ACBD735-94BC-4774-9640-E03486BA37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436E82-0926-4A11-A72C-0906E0BB5228}" type="slidenum">
              <a:rPr lang="ru-RU" smtClean="0"/>
              <a:t>‹#›</a:t>
            </a:fld>
            <a:endParaRPr lang="ru-RU"/>
          </a:p>
        </p:txBody>
      </p:sp>
    </p:spTree>
    <p:extLst>
      <p:ext uri="{BB962C8B-B14F-4D97-AF65-F5344CB8AC3E}">
        <p14:creationId xmlns:p14="http://schemas.microsoft.com/office/powerpoint/2010/main" val="197829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Равнобедренный треугольник 1">
            <a:extLst>
              <a:ext uri="{FF2B5EF4-FFF2-40B4-BE49-F238E27FC236}">
                <a16:creationId xmlns:a16="http://schemas.microsoft.com/office/drawing/2014/main" id="{DF3953BF-45A0-4AEE-A690-57AAC4A59083}"/>
              </a:ext>
            </a:extLst>
          </p:cNvPr>
          <p:cNvSpPr/>
          <p:nvPr/>
        </p:nvSpPr>
        <p:spPr>
          <a:xfrm rot="5400000">
            <a:off x="289247" y="326573"/>
            <a:ext cx="5607701" cy="538376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Равнобедренный треугольник 2">
            <a:extLst>
              <a:ext uri="{FF2B5EF4-FFF2-40B4-BE49-F238E27FC236}">
                <a16:creationId xmlns:a16="http://schemas.microsoft.com/office/drawing/2014/main" id="{5891A9B0-D245-43E8-BC51-51FD4838F78A}"/>
              </a:ext>
            </a:extLst>
          </p:cNvPr>
          <p:cNvSpPr/>
          <p:nvPr/>
        </p:nvSpPr>
        <p:spPr>
          <a:xfrm rot="5400000" flipV="1">
            <a:off x="5571927" y="-79302"/>
            <a:ext cx="5719669" cy="619552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 name="Овал 4">
            <a:extLst>
              <a:ext uri="{FF2B5EF4-FFF2-40B4-BE49-F238E27FC236}">
                <a16:creationId xmlns:a16="http://schemas.microsoft.com/office/drawing/2014/main" id="{1BFCBCFF-2F42-4B05-9CC5-2436D5370F2C}"/>
              </a:ext>
            </a:extLst>
          </p:cNvPr>
          <p:cNvSpPr/>
          <p:nvPr/>
        </p:nvSpPr>
        <p:spPr>
          <a:xfrm>
            <a:off x="4942116" y="1828796"/>
            <a:ext cx="1772816" cy="20527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ru-RU"/>
          </a:p>
        </p:txBody>
      </p:sp>
      <p:sp>
        <p:nvSpPr>
          <p:cNvPr id="6" name="Овал 5">
            <a:extLst>
              <a:ext uri="{FF2B5EF4-FFF2-40B4-BE49-F238E27FC236}">
                <a16:creationId xmlns:a16="http://schemas.microsoft.com/office/drawing/2014/main" id="{A79B793B-45D6-41AB-B631-6A4DFD4779A9}"/>
              </a:ext>
            </a:extLst>
          </p:cNvPr>
          <p:cNvSpPr/>
          <p:nvPr/>
        </p:nvSpPr>
        <p:spPr>
          <a:xfrm>
            <a:off x="5054083" y="1970309"/>
            <a:ext cx="1548882" cy="176970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ru-RU"/>
          </a:p>
        </p:txBody>
      </p:sp>
      <p:sp>
        <p:nvSpPr>
          <p:cNvPr id="7" name="TextBox 6">
            <a:extLst>
              <a:ext uri="{FF2B5EF4-FFF2-40B4-BE49-F238E27FC236}">
                <a16:creationId xmlns:a16="http://schemas.microsoft.com/office/drawing/2014/main" id="{EDBB3C9E-4256-463E-9D1E-1304B658DA43}"/>
              </a:ext>
            </a:extLst>
          </p:cNvPr>
          <p:cNvSpPr txBox="1"/>
          <p:nvPr/>
        </p:nvSpPr>
        <p:spPr>
          <a:xfrm>
            <a:off x="5218445" y="2392327"/>
            <a:ext cx="1222738" cy="646331"/>
          </a:xfrm>
          <a:prstGeom prst="rect">
            <a:avLst/>
          </a:prstGeom>
          <a:noFill/>
        </p:spPr>
        <p:txBody>
          <a:bodyPr wrap="square" rtlCol="0">
            <a:spAutoFit/>
          </a:bodyPr>
          <a:lstStyle/>
          <a:p>
            <a:pPr algn="ctr"/>
            <a:r>
              <a:rPr lang="en-AU"/>
              <a:t>Risky using apps</a:t>
            </a:r>
            <a:endParaRPr lang="ru-RU" dirty="0"/>
          </a:p>
        </p:txBody>
      </p:sp>
      <p:sp>
        <p:nvSpPr>
          <p:cNvPr id="8" name="TextBox 7">
            <a:extLst>
              <a:ext uri="{FF2B5EF4-FFF2-40B4-BE49-F238E27FC236}">
                <a16:creationId xmlns:a16="http://schemas.microsoft.com/office/drawing/2014/main" id="{21C85F59-C65C-4F08-9059-E3790655FE84}"/>
              </a:ext>
            </a:extLst>
          </p:cNvPr>
          <p:cNvSpPr txBox="1"/>
          <p:nvPr/>
        </p:nvSpPr>
        <p:spPr>
          <a:xfrm>
            <a:off x="475857" y="750340"/>
            <a:ext cx="1194319" cy="461665"/>
          </a:xfrm>
          <a:prstGeom prst="rect">
            <a:avLst/>
          </a:prstGeom>
          <a:noFill/>
        </p:spPr>
        <p:txBody>
          <a:bodyPr wrap="square" rtlCol="0">
            <a:spAutoFit/>
          </a:bodyPr>
          <a:lstStyle/>
          <a:p>
            <a:r>
              <a:rPr lang="en-AU" sz="2400" dirty="0"/>
              <a:t>Threats </a:t>
            </a:r>
            <a:endParaRPr lang="ru-RU" sz="2400" dirty="0"/>
          </a:p>
        </p:txBody>
      </p:sp>
      <p:sp>
        <p:nvSpPr>
          <p:cNvPr id="10" name="TextBox 9">
            <a:extLst>
              <a:ext uri="{FF2B5EF4-FFF2-40B4-BE49-F238E27FC236}">
                <a16:creationId xmlns:a16="http://schemas.microsoft.com/office/drawing/2014/main" id="{78FA5124-B36A-4F93-8627-261AF7E2311E}"/>
              </a:ext>
            </a:extLst>
          </p:cNvPr>
          <p:cNvSpPr txBox="1"/>
          <p:nvPr/>
        </p:nvSpPr>
        <p:spPr>
          <a:xfrm>
            <a:off x="575381" y="1455573"/>
            <a:ext cx="1691953" cy="369332"/>
          </a:xfrm>
          <a:prstGeom prst="rect">
            <a:avLst/>
          </a:prstGeom>
          <a:noFill/>
        </p:spPr>
        <p:txBody>
          <a:bodyPr wrap="square" rtlCol="0">
            <a:spAutoFit/>
          </a:bodyPr>
          <a:lstStyle/>
          <a:p>
            <a:r>
              <a:rPr lang="en-AU"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First  cause </a:t>
            </a:r>
            <a:endParaRPr lang="ru-RU"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11" name="TextBox 10">
            <a:extLst>
              <a:ext uri="{FF2B5EF4-FFF2-40B4-BE49-F238E27FC236}">
                <a16:creationId xmlns:a16="http://schemas.microsoft.com/office/drawing/2014/main" id="{A23A4DE1-A6DF-49DB-9ED8-27D7B3398F55}"/>
              </a:ext>
            </a:extLst>
          </p:cNvPr>
          <p:cNvSpPr txBox="1"/>
          <p:nvPr/>
        </p:nvSpPr>
        <p:spPr>
          <a:xfrm>
            <a:off x="628253" y="2670495"/>
            <a:ext cx="1691953" cy="369332"/>
          </a:xfrm>
          <a:prstGeom prst="rect">
            <a:avLst/>
          </a:prstGeom>
          <a:noFill/>
        </p:spPr>
        <p:txBody>
          <a:bodyPr wrap="square" rtlCol="0">
            <a:spAutoFit/>
          </a:bodyPr>
          <a:lstStyle/>
          <a:p>
            <a:r>
              <a:rPr lang="en-AU"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Second cause</a:t>
            </a:r>
            <a:endParaRPr lang="ru-RU"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12" name="TextBox 11">
            <a:extLst>
              <a:ext uri="{FF2B5EF4-FFF2-40B4-BE49-F238E27FC236}">
                <a16:creationId xmlns:a16="http://schemas.microsoft.com/office/drawing/2014/main" id="{9A822FE4-A773-4AE4-84A0-AA18DCA3E789}"/>
              </a:ext>
            </a:extLst>
          </p:cNvPr>
          <p:cNvSpPr txBox="1"/>
          <p:nvPr/>
        </p:nvSpPr>
        <p:spPr>
          <a:xfrm>
            <a:off x="575381" y="3928170"/>
            <a:ext cx="2369975" cy="369332"/>
          </a:xfrm>
          <a:prstGeom prst="rect">
            <a:avLst/>
          </a:prstGeom>
          <a:noFill/>
        </p:spPr>
        <p:txBody>
          <a:bodyPr wrap="square" rtlCol="0">
            <a:spAutoFit/>
          </a:bodyPr>
          <a:lstStyle/>
          <a:p>
            <a:r>
              <a:rPr lang="en-AU"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Third cause</a:t>
            </a:r>
            <a:endParaRPr lang="ru-RU"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16" name="TextBox 15">
            <a:extLst>
              <a:ext uri="{FF2B5EF4-FFF2-40B4-BE49-F238E27FC236}">
                <a16:creationId xmlns:a16="http://schemas.microsoft.com/office/drawing/2014/main" id="{21CF3B8B-76ED-4B74-982F-625ABD542A0D}"/>
              </a:ext>
            </a:extLst>
          </p:cNvPr>
          <p:cNvSpPr txBox="1"/>
          <p:nvPr/>
        </p:nvSpPr>
        <p:spPr>
          <a:xfrm>
            <a:off x="9697084" y="865576"/>
            <a:ext cx="1922106" cy="400110"/>
          </a:xfrm>
          <a:prstGeom prst="rect">
            <a:avLst/>
          </a:prstGeom>
          <a:noFill/>
        </p:spPr>
        <p:txBody>
          <a:bodyPr wrap="square" rtlCol="0">
            <a:spAutoFit/>
          </a:bodyPr>
          <a:lstStyle/>
          <a:p>
            <a:r>
              <a:rPr lang="en-AU" sz="2000" dirty="0"/>
              <a:t>Consequences</a:t>
            </a:r>
            <a:endParaRPr lang="ru-RU" sz="2000" dirty="0"/>
          </a:p>
        </p:txBody>
      </p:sp>
      <p:sp>
        <p:nvSpPr>
          <p:cNvPr id="18" name="TextBox 17">
            <a:extLst>
              <a:ext uri="{FF2B5EF4-FFF2-40B4-BE49-F238E27FC236}">
                <a16:creationId xmlns:a16="http://schemas.microsoft.com/office/drawing/2014/main" id="{92A486A2-C07C-4992-9BBF-87DE261A889D}"/>
              </a:ext>
            </a:extLst>
          </p:cNvPr>
          <p:cNvSpPr txBox="1"/>
          <p:nvPr/>
        </p:nvSpPr>
        <p:spPr>
          <a:xfrm>
            <a:off x="9422379" y="1645675"/>
            <a:ext cx="2055840" cy="369332"/>
          </a:xfrm>
          <a:prstGeom prst="rect">
            <a:avLst/>
          </a:prstGeom>
          <a:noFill/>
        </p:spPr>
        <p:txBody>
          <a:bodyPr wrap="square" rtlCol="0">
            <a:spAutoFit/>
          </a:bodyPr>
          <a:lstStyle/>
          <a:p>
            <a:r>
              <a:rPr lang="en-AU"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First outcome</a:t>
            </a:r>
            <a:endParaRPr lang="ru-RU"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20" name="TextBox 19">
            <a:extLst>
              <a:ext uri="{FF2B5EF4-FFF2-40B4-BE49-F238E27FC236}">
                <a16:creationId xmlns:a16="http://schemas.microsoft.com/office/drawing/2014/main" id="{B92B0E61-D1E5-480B-91F1-882943F23ADB}"/>
              </a:ext>
            </a:extLst>
          </p:cNvPr>
          <p:cNvSpPr txBox="1"/>
          <p:nvPr/>
        </p:nvSpPr>
        <p:spPr>
          <a:xfrm>
            <a:off x="9411491" y="2670495"/>
            <a:ext cx="2077617" cy="369332"/>
          </a:xfrm>
          <a:prstGeom prst="rect">
            <a:avLst/>
          </a:prstGeom>
          <a:noFill/>
        </p:spPr>
        <p:txBody>
          <a:bodyPr wrap="square" rtlCol="0">
            <a:spAutoFit/>
          </a:bodyPr>
          <a:lstStyle/>
          <a:p>
            <a:r>
              <a:rPr lang="en-AU"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Second outcome</a:t>
            </a:r>
            <a:endParaRPr lang="ru-RU"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21" name="TextBox 20">
            <a:extLst>
              <a:ext uri="{FF2B5EF4-FFF2-40B4-BE49-F238E27FC236}">
                <a16:creationId xmlns:a16="http://schemas.microsoft.com/office/drawing/2014/main" id="{14846D27-49DF-4634-9032-8278F002E65B}"/>
              </a:ext>
            </a:extLst>
          </p:cNvPr>
          <p:cNvSpPr txBox="1"/>
          <p:nvPr/>
        </p:nvSpPr>
        <p:spPr>
          <a:xfrm>
            <a:off x="9411491" y="3830990"/>
            <a:ext cx="1990517" cy="369332"/>
          </a:xfrm>
          <a:prstGeom prst="rect">
            <a:avLst/>
          </a:prstGeom>
          <a:noFill/>
        </p:spPr>
        <p:txBody>
          <a:bodyPr wrap="square" rtlCol="0">
            <a:spAutoFit/>
          </a:bodyPr>
          <a:lstStyle/>
          <a:p>
            <a:r>
              <a:rPr lang="en-AU"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Third outcomes </a:t>
            </a:r>
            <a:endParaRPr lang="ru-RU"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23" name="Овал 22">
            <a:extLst>
              <a:ext uri="{FF2B5EF4-FFF2-40B4-BE49-F238E27FC236}">
                <a16:creationId xmlns:a16="http://schemas.microsoft.com/office/drawing/2014/main" id="{63C1F5A5-2797-4E69-8CDA-C77C7CD1973D}"/>
              </a:ext>
            </a:extLst>
          </p:cNvPr>
          <p:cNvSpPr/>
          <p:nvPr/>
        </p:nvSpPr>
        <p:spPr>
          <a:xfrm>
            <a:off x="524079" y="1455573"/>
            <a:ext cx="1382214" cy="369332"/>
          </a:xfrm>
          <a:prstGeom prst="ellipse">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Овал 23">
            <a:extLst>
              <a:ext uri="{FF2B5EF4-FFF2-40B4-BE49-F238E27FC236}">
                <a16:creationId xmlns:a16="http://schemas.microsoft.com/office/drawing/2014/main" id="{45F8CB3C-0161-41C9-BC87-9A08FD9A6D9A}"/>
              </a:ext>
            </a:extLst>
          </p:cNvPr>
          <p:cNvSpPr/>
          <p:nvPr/>
        </p:nvSpPr>
        <p:spPr>
          <a:xfrm>
            <a:off x="628253" y="2670495"/>
            <a:ext cx="1533761" cy="369332"/>
          </a:xfrm>
          <a:prstGeom prst="ellipse">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Овал 24">
            <a:extLst>
              <a:ext uri="{FF2B5EF4-FFF2-40B4-BE49-F238E27FC236}">
                <a16:creationId xmlns:a16="http://schemas.microsoft.com/office/drawing/2014/main" id="{D1FFE841-0AC8-4978-9B59-5E8C2857C455}"/>
              </a:ext>
            </a:extLst>
          </p:cNvPr>
          <p:cNvSpPr/>
          <p:nvPr/>
        </p:nvSpPr>
        <p:spPr>
          <a:xfrm>
            <a:off x="575381" y="3928170"/>
            <a:ext cx="1330912" cy="369332"/>
          </a:xfrm>
          <a:prstGeom prst="ellipse">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Овал 25">
            <a:extLst>
              <a:ext uri="{FF2B5EF4-FFF2-40B4-BE49-F238E27FC236}">
                <a16:creationId xmlns:a16="http://schemas.microsoft.com/office/drawing/2014/main" id="{272F25A9-4402-4A18-A9C4-EAA5C23168BE}"/>
              </a:ext>
            </a:extLst>
          </p:cNvPr>
          <p:cNvSpPr/>
          <p:nvPr/>
        </p:nvSpPr>
        <p:spPr>
          <a:xfrm>
            <a:off x="9389714" y="1645675"/>
            <a:ext cx="1552089" cy="507345"/>
          </a:xfrm>
          <a:prstGeom prst="ellipse">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Овал 26">
            <a:extLst>
              <a:ext uri="{FF2B5EF4-FFF2-40B4-BE49-F238E27FC236}">
                <a16:creationId xmlns:a16="http://schemas.microsoft.com/office/drawing/2014/main" id="{524D146B-444E-416B-9A81-CAB7AEE7638D}"/>
              </a:ext>
            </a:extLst>
          </p:cNvPr>
          <p:cNvSpPr/>
          <p:nvPr/>
        </p:nvSpPr>
        <p:spPr>
          <a:xfrm>
            <a:off x="9299524" y="2670495"/>
            <a:ext cx="1895671" cy="426539"/>
          </a:xfrm>
          <a:prstGeom prst="ellipse">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Овал 27">
            <a:extLst>
              <a:ext uri="{FF2B5EF4-FFF2-40B4-BE49-F238E27FC236}">
                <a16:creationId xmlns:a16="http://schemas.microsoft.com/office/drawing/2014/main" id="{70D2D11B-F95D-471D-B68C-F298A1F5A9A8}"/>
              </a:ext>
            </a:extLst>
          </p:cNvPr>
          <p:cNvSpPr/>
          <p:nvPr/>
        </p:nvSpPr>
        <p:spPr>
          <a:xfrm>
            <a:off x="9336842" y="3830990"/>
            <a:ext cx="1721199" cy="466512"/>
          </a:xfrm>
          <a:prstGeom prst="ellipse">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TextBox 28">
            <a:extLst>
              <a:ext uri="{FF2B5EF4-FFF2-40B4-BE49-F238E27FC236}">
                <a16:creationId xmlns:a16="http://schemas.microsoft.com/office/drawing/2014/main" id="{C9610272-6946-40FD-A09E-C619E9C55C5F}"/>
              </a:ext>
            </a:extLst>
          </p:cNvPr>
          <p:cNvSpPr txBox="1"/>
          <p:nvPr/>
        </p:nvSpPr>
        <p:spPr>
          <a:xfrm rot="864997">
            <a:off x="1958295" y="1640238"/>
            <a:ext cx="1691953" cy="369332"/>
          </a:xfrm>
          <a:prstGeom prst="rect">
            <a:avLst/>
          </a:prstGeom>
          <a:noFill/>
        </p:spPr>
        <p:txBody>
          <a:bodyPr wrap="square" rtlCol="0">
            <a:spAutoFit/>
          </a:bodyPr>
          <a:lstStyle/>
          <a:p>
            <a:r>
              <a:rPr lang="en-AU" dirty="0"/>
              <a:t>Hackers </a:t>
            </a:r>
            <a:endParaRPr lang="ru-RU" dirty="0"/>
          </a:p>
        </p:txBody>
      </p:sp>
      <p:sp>
        <p:nvSpPr>
          <p:cNvPr id="30" name="TextBox 29">
            <a:extLst>
              <a:ext uri="{FF2B5EF4-FFF2-40B4-BE49-F238E27FC236}">
                <a16:creationId xmlns:a16="http://schemas.microsoft.com/office/drawing/2014/main" id="{7E34A691-D8D8-42CE-B905-C5184B2E86B6}"/>
              </a:ext>
            </a:extLst>
          </p:cNvPr>
          <p:cNvSpPr txBox="1"/>
          <p:nvPr/>
        </p:nvSpPr>
        <p:spPr>
          <a:xfrm>
            <a:off x="2320206" y="2735451"/>
            <a:ext cx="1272530" cy="369332"/>
          </a:xfrm>
          <a:prstGeom prst="rect">
            <a:avLst/>
          </a:prstGeom>
          <a:noFill/>
        </p:spPr>
        <p:txBody>
          <a:bodyPr wrap="square" rtlCol="0">
            <a:spAutoFit/>
          </a:bodyPr>
          <a:lstStyle/>
          <a:p>
            <a:r>
              <a:rPr lang="en-AU" dirty="0"/>
              <a:t>Silly actions</a:t>
            </a:r>
            <a:endParaRPr lang="ru-RU" dirty="0"/>
          </a:p>
        </p:txBody>
      </p:sp>
      <p:sp>
        <p:nvSpPr>
          <p:cNvPr id="31" name="TextBox 30">
            <a:extLst>
              <a:ext uri="{FF2B5EF4-FFF2-40B4-BE49-F238E27FC236}">
                <a16:creationId xmlns:a16="http://schemas.microsoft.com/office/drawing/2014/main" id="{88EC98C7-BA6F-43A7-B9B4-E219949F7729}"/>
              </a:ext>
            </a:extLst>
          </p:cNvPr>
          <p:cNvSpPr txBox="1"/>
          <p:nvPr/>
        </p:nvSpPr>
        <p:spPr>
          <a:xfrm rot="20162858">
            <a:off x="2055542" y="3789670"/>
            <a:ext cx="1847169" cy="646331"/>
          </a:xfrm>
          <a:prstGeom prst="rect">
            <a:avLst/>
          </a:prstGeom>
          <a:noFill/>
        </p:spPr>
        <p:txBody>
          <a:bodyPr wrap="square" rtlCol="0">
            <a:spAutoFit/>
          </a:bodyPr>
          <a:lstStyle/>
          <a:p>
            <a:r>
              <a:rPr lang="en-AU" dirty="0"/>
              <a:t>Not protecting as much as we can</a:t>
            </a:r>
            <a:endParaRPr lang="ru-RU" dirty="0"/>
          </a:p>
        </p:txBody>
      </p:sp>
      <p:sp>
        <p:nvSpPr>
          <p:cNvPr id="32" name="TextBox 31">
            <a:extLst>
              <a:ext uri="{FF2B5EF4-FFF2-40B4-BE49-F238E27FC236}">
                <a16:creationId xmlns:a16="http://schemas.microsoft.com/office/drawing/2014/main" id="{CC7A861F-33B9-495D-87FB-288A33040A08}"/>
              </a:ext>
            </a:extLst>
          </p:cNvPr>
          <p:cNvSpPr txBox="1"/>
          <p:nvPr/>
        </p:nvSpPr>
        <p:spPr>
          <a:xfrm rot="20240077">
            <a:off x="7841425" y="1785642"/>
            <a:ext cx="1570435" cy="369332"/>
          </a:xfrm>
          <a:prstGeom prst="rect">
            <a:avLst/>
          </a:prstGeom>
          <a:noFill/>
        </p:spPr>
        <p:txBody>
          <a:bodyPr wrap="square" rtlCol="0">
            <a:spAutoFit/>
          </a:bodyPr>
          <a:lstStyle/>
          <a:p>
            <a:r>
              <a:rPr lang="en-AU" dirty="0"/>
              <a:t>Cybersecurity </a:t>
            </a:r>
            <a:endParaRPr lang="ru-RU" dirty="0"/>
          </a:p>
        </p:txBody>
      </p:sp>
      <p:sp>
        <p:nvSpPr>
          <p:cNvPr id="33" name="TextBox 32">
            <a:extLst>
              <a:ext uri="{FF2B5EF4-FFF2-40B4-BE49-F238E27FC236}">
                <a16:creationId xmlns:a16="http://schemas.microsoft.com/office/drawing/2014/main" id="{EE158F1C-23A4-4715-9C6A-04F88937E920}"/>
              </a:ext>
            </a:extLst>
          </p:cNvPr>
          <p:cNvSpPr txBox="1"/>
          <p:nvPr/>
        </p:nvSpPr>
        <p:spPr>
          <a:xfrm>
            <a:off x="7969253" y="2669326"/>
            <a:ext cx="1635071" cy="369332"/>
          </a:xfrm>
          <a:prstGeom prst="rect">
            <a:avLst/>
          </a:prstGeom>
          <a:noFill/>
        </p:spPr>
        <p:txBody>
          <a:bodyPr wrap="square" rtlCol="0">
            <a:spAutoFit/>
          </a:bodyPr>
          <a:lstStyle/>
          <a:p>
            <a:r>
              <a:rPr lang="en-US" dirty="0"/>
              <a:t>Encryption</a:t>
            </a:r>
            <a:endParaRPr lang="ru-RU" dirty="0"/>
          </a:p>
        </p:txBody>
      </p:sp>
      <p:sp>
        <p:nvSpPr>
          <p:cNvPr id="34" name="TextBox 33">
            <a:extLst>
              <a:ext uri="{FF2B5EF4-FFF2-40B4-BE49-F238E27FC236}">
                <a16:creationId xmlns:a16="http://schemas.microsoft.com/office/drawing/2014/main" id="{318D2DB8-6262-48D9-A8C3-243E307C0FF2}"/>
              </a:ext>
            </a:extLst>
          </p:cNvPr>
          <p:cNvSpPr txBox="1"/>
          <p:nvPr/>
        </p:nvSpPr>
        <p:spPr>
          <a:xfrm rot="1501813">
            <a:off x="7647110" y="3432614"/>
            <a:ext cx="1730629" cy="646331"/>
          </a:xfrm>
          <a:prstGeom prst="rect">
            <a:avLst/>
          </a:prstGeom>
          <a:noFill/>
        </p:spPr>
        <p:txBody>
          <a:bodyPr wrap="square" rtlCol="0">
            <a:spAutoFit/>
          </a:bodyPr>
          <a:lstStyle/>
          <a:p>
            <a:r>
              <a:rPr lang="en-AU" dirty="0"/>
              <a:t>Protecting as much as we can</a:t>
            </a:r>
          </a:p>
        </p:txBody>
      </p:sp>
      <p:sp>
        <p:nvSpPr>
          <p:cNvPr id="35" name="TextBox 34">
            <a:extLst>
              <a:ext uri="{FF2B5EF4-FFF2-40B4-BE49-F238E27FC236}">
                <a16:creationId xmlns:a16="http://schemas.microsoft.com/office/drawing/2014/main" id="{7765232E-97E7-4CE8-A4ED-26B364C6BA0F}"/>
              </a:ext>
            </a:extLst>
          </p:cNvPr>
          <p:cNvSpPr txBox="1"/>
          <p:nvPr/>
        </p:nvSpPr>
        <p:spPr>
          <a:xfrm>
            <a:off x="3516615" y="332982"/>
            <a:ext cx="4915146" cy="646331"/>
          </a:xfrm>
          <a:prstGeom prst="rect">
            <a:avLst/>
          </a:prstGeom>
          <a:noFill/>
        </p:spPr>
        <p:txBody>
          <a:bodyPr wrap="square" rtlCol="0">
            <a:spAutoFit/>
          </a:bodyPr>
          <a:lstStyle/>
          <a:p>
            <a:r>
              <a:rPr lang="en-AU" sz="3600" dirty="0"/>
              <a:t>Risks of cybersecurity </a:t>
            </a:r>
            <a:endParaRPr lang="ru-RU" sz="3600" dirty="0"/>
          </a:p>
        </p:txBody>
      </p:sp>
    </p:spTree>
    <p:extLst>
      <p:ext uri="{BB962C8B-B14F-4D97-AF65-F5344CB8AC3E}">
        <p14:creationId xmlns:p14="http://schemas.microsoft.com/office/powerpoint/2010/main" val="1344215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E738CDA-24C5-4927-A622-AB88FC0D7DD4}"/>
              </a:ext>
            </a:extLst>
          </p:cNvPr>
          <p:cNvSpPr>
            <a:spLocks noGrp="1"/>
          </p:cNvSpPr>
          <p:nvPr>
            <p:ph type="title"/>
          </p:nvPr>
        </p:nvSpPr>
        <p:spPr/>
        <p:txBody>
          <a:bodyPr/>
          <a:lstStyle/>
          <a:p>
            <a:r>
              <a:rPr lang="en-AU" sz="5400" dirty="0"/>
              <a:t>Threat</a:t>
            </a:r>
            <a:r>
              <a:rPr lang="en-AU" dirty="0"/>
              <a:t> 1</a:t>
            </a:r>
            <a:endParaRPr lang="ru-RU" dirty="0"/>
          </a:p>
        </p:txBody>
      </p:sp>
      <p:sp>
        <p:nvSpPr>
          <p:cNvPr id="4" name="Текст 3">
            <a:extLst>
              <a:ext uri="{FF2B5EF4-FFF2-40B4-BE49-F238E27FC236}">
                <a16:creationId xmlns:a16="http://schemas.microsoft.com/office/drawing/2014/main" id="{4000F97F-967A-409E-AE74-6F4B3C9657D8}"/>
              </a:ext>
            </a:extLst>
          </p:cNvPr>
          <p:cNvSpPr>
            <a:spLocks noGrp="1"/>
          </p:cNvSpPr>
          <p:nvPr>
            <p:ph type="body" sz="half" idx="2"/>
          </p:nvPr>
        </p:nvSpPr>
        <p:spPr/>
        <p:txBody>
          <a:bodyPr>
            <a:normAutofit/>
          </a:bodyPr>
          <a:lstStyle/>
          <a:p>
            <a:r>
              <a:rPr lang="en-AU" sz="2800" dirty="0"/>
              <a:t>We know hackers can break our password system when we set easy codes such as 1111, 2222, and even their date of birth, it’s easy way to break.</a:t>
            </a:r>
            <a:endParaRPr lang="ru-RU" sz="2800" dirty="0"/>
          </a:p>
        </p:txBody>
      </p:sp>
      <p:pic>
        <p:nvPicPr>
          <p:cNvPr id="10" name="Объект 9">
            <a:extLst>
              <a:ext uri="{FF2B5EF4-FFF2-40B4-BE49-F238E27FC236}">
                <a16:creationId xmlns:a16="http://schemas.microsoft.com/office/drawing/2014/main" id="{2E7D2950-AD7E-47AC-A901-5654019DD0EC}"/>
              </a:ext>
            </a:extLst>
          </p:cNvPr>
          <p:cNvPicPr>
            <a:picLocks noGrp="1" noChangeAspect="1"/>
          </p:cNvPicPr>
          <p:nvPr>
            <p:ph idx="1"/>
          </p:nvPr>
        </p:nvPicPr>
        <p:blipFill>
          <a:blip r:embed="rId2"/>
          <a:stretch>
            <a:fillRect/>
          </a:stretch>
        </p:blipFill>
        <p:spPr>
          <a:xfrm>
            <a:off x="5411389" y="1723787"/>
            <a:ext cx="5715798" cy="3400900"/>
          </a:xfrm>
        </p:spPr>
      </p:pic>
    </p:spTree>
    <p:extLst>
      <p:ext uri="{BB962C8B-B14F-4D97-AF65-F5344CB8AC3E}">
        <p14:creationId xmlns:p14="http://schemas.microsoft.com/office/powerpoint/2010/main" val="2874650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5B95BC-814A-4D1C-9B8E-907CC87153D2}"/>
              </a:ext>
            </a:extLst>
          </p:cNvPr>
          <p:cNvSpPr>
            <a:spLocks noGrp="1"/>
          </p:cNvSpPr>
          <p:nvPr>
            <p:ph type="title"/>
          </p:nvPr>
        </p:nvSpPr>
        <p:spPr/>
        <p:txBody>
          <a:bodyPr>
            <a:normAutofit/>
          </a:bodyPr>
          <a:lstStyle/>
          <a:p>
            <a:r>
              <a:rPr lang="en-AU" sz="4800" dirty="0"/>
              <a:t>Threat</a:t>
            </a:r>
            <a:r>
              <a:rPr lang="en-AU" sz="4400" dirty="0"/>
              <a:t> </a:t>
            </a:r>
            <a:r>
              <a:rPr lang="en-AU" sz="2400" dirty="0"/>
              <a:t>2</a:t>
            </a:r>
            <a:endParaRPr lang="ru-RU" sz="4400" dirty="0"/>
          </a:p>
        </p:txBody>
      </p:sp>
      <p:sp>
        <p:nvSpPr>
          <p:cNvPr id="4" name="Текст 3">
            <a:extLst>
              <a:ext uri="{FF2B5EF4-FFF2-40B4-BE49-F238E27FC236}">
                <a16:creationId xmlns:a16="http://schemas.microsoft.com/office/drawing/2014/main" id="{1CAED317-781F-4CEE-9CFC-B9CC3EBDD5B1}"/>
              </a:ext>
            </a:extLst>
          </p:cNvPr>
          <p:cNvSpPr>
            <a:spLocks noGrp="1"/>
          </p:cNvSpPr>
          <p:nvPr>
            <p:ph type="body" sz="half" idx="2"/>
          </p:nvPr>
        </p:nvSpPr>
        <p:spPr/>
        <p:txBody>
          <a:bodyPr>
            <a:normAutofit/>
          </a:bodyPr>
          <a:lstStyle/>
          <a:p>
            <a:r>
              <a:rPr lang="en-AU" sz="2400" dirty="0"/>
              <a:t>Hackers not only steal our information but also steal our money when we do silly actions just like telling everyone about our password, and not protecting our information as much as we can.</a:t>
            </a:r>
            <a:endParaRPr lang="ru-RU" sz="2400" dirty="0"/>
          </a:p>
        </p:txBody>
      </p:sp>
      <p:pic>
        <p:nvPicPr>
          <p:cNvPr id="10" name="Объект 9">
            <a:extLst>
              <a:ext uri="{FF2B5EF4-FFF2-40B4-BE49-F238E27FC236}">
                <a16:creationId xmlns:a16="http://schemas.microsoft.com/office/drawing/2014/main" id="{4DC52C60-D78E-4260-B51F-8F84661C661A}"/>
              </a:ext>
            </a:extLst>
          </p:cNvPr>
          <p:cNvPicPr>
            <a:picLocks noGrp="1" noChangeAspect="1"/>
          </p:cNvPicPr>
          <p:nvPr>
            <p:ph idx="1"/>
          </p:nvPr>
        </p:nvPicPr>
        <p:blipFill>
          <a:blip r:embed="rId2"/>
          <a:stretch>
            <a:fillRect/>
          </a:stretch>
        </p:blipFill>
        <p:spPr>
          <a:xfrm>
            <a:off x="5897232" y="1838103"/>
            <a:ext cx="4744112" cy="3172268"/>
          </a:xfrm>
        </p:spPr>
      </p:pic>
    </p:spTree>
    <p:extLst>
      <p:ext uri="{BB962C8B-B14F-4D97-AF65-F5344CB8AC3E}">
        <p14:creationId xmlns:p14="http://schemas.microsoft.com/office/powerpoint/2010/main" val="2940594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1720AE-E3D0-4385-A5C9-8C5E17542DAC}"/>
              </a:ext>
            </a:extLst>
          </p:cNvPr>
          <p:cNvSpPr>
            <a:spLocks noGrp="1"/>
          </p:cNvSpPr>
          <p:nvPr>
            <p:ph type="title"/>
          </p:nvPr>
        </p:nvSpPr>
        <p:spPr/>
        <p:txBody>
          <a:bodyPr/>
          <a:lstStyle/>
          <a:p>
            <a:r>
              <a:rPr lang="en-AU" sz="4800" dirty="0"/>
              <a:t>Consequences</a:t>
            </a:r>
            <a:r>
              <a:rPr lang="en-AU" dirty="0"/>
              <a:t> </a:t>
            </a:r>
            <a:endParaRPr lang="ru-RU" dirty="0"/>
          </a:p>
        </p:txBody>
      </p:sp>
      <p:pic>
        <p:nvPicPr>
          <p:cNvPr id="6" name="Объект 5">
            <a:extLst>
              <a:ext uri="{FF2B5EF4-FFF2-40B4-BE49-F238E27FC236}">
                <a16:creationId xmlns:a16="http://schemas.microsoft.com/office/drawing/2014/main" id="{0395D61A-D3F9-4F6E-8F14-6DFB7AE38BC7}"/>
              </a:ext>
            </a:extLst>
          </p:cNvPr>
          <p:cNvPicPr>
            <a:picLocks noGrp="1" noChangeAspect="1"/>
          </p:cNvPicPr>
          <p:nvPr>
            <p:ph idx="1"/>
          </p:nvPr>
        </p:nvPicPr>
        <p:blipFill>
          <a:blip r:embed="rId2"/>
          <a:stretch>
            <a:fillRect/>
          </a:stretch>
        </p:blipFill>
        <p:spPr>
          <a:xfrm>
            <a:off x="5183188" y="1709737"/>
            <a:ext cx="6172200" cy="3429000"/>
          </a:xfrm>
        </p:spPr>
      </p:pic>
      <p:sp>
        <p:nvSpPr>
          <p:cNvPr id="4" name="Текст 3">
            <a:extLst>
              <a:ext uri="{FF2B5EF4-FFF2-40B4-BE49-F238E27FC236}">
                <a16:creationId xmlns:a16="http://schemas.microsoft.com/office/drawing/2014/main" id="{59D3C3C8-9000-4096-A08D-DAEE80A63C9A}"/>
              </a:ext>
            </a:extLst>
          </p:cNvPr>
          <p:cNvSpPr>
            <a:spLocks noGrp="1"/>
          </p:cNvSpPr>
          <p:nvPr>
            <p:ph type="body" sz="half" idx="2"/>
          </p:nvPr>
        </p:nvSpPr>
        <p:spPr/>
        <p:txBody>
          <a:bodyPr>
            <a:normAutofit/>
          </a:bodyPr>
          <a:lstStyle/>
          <a:p>
            <a:r>
              <a:rPr lang="en-AU" sz="3200" dirty="0"/>
              <a:t>the first solution can be cybersecurity and its codes, models and so on. In this period we require cybersecurity developer.</a:t>
            </a:r>
            <a:endParaRPr lang="ru-RU" sz="3200" dirty="0"/>
          </a:p>
        </p:txBody>
      </p:sp>
    </p:spTree>
    <p:extLst>
      <p:ext uri="{BB962C8B-B14F-4D97-AF65-F5344CB8AC3E}">
        <p14:creationId xmlns:p14="http://schemas.microsoft.com/office/powerpoint/2010/main" val="3310194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D684A52-6037-423D-AD62-DAF9E2350897}"/>
              </a:ext>
            </a:extLst>
          </p:cNvPr>
          <p:cNvSpPr>
            <a:spLocks noGrp="1"/>
          </p:cNvSpPr>
          <p:nvPr>
            <p:ph type="title"/>
          </p:nvPr>
        </p:nvSpPr>
        <p:spPr/>
        <p:txBody>
          <a:bodyPr>
            <a:normAutofit/>
          </a:bodyPr>
          <a:lstStyle/>
          <a:p>
            <a:r>
              <a:rPr lang="en-AU" sz="4400" dirty="0"/>
              <a:t>Consequences</a:t>
            </a:r>
            <a:endParaRPr lang="ru-RU" sz="4400" dirty="0"/>
          </a:p>
        </p:txBody>
      </p:sp>
      <p:pic>
        <p:nvPicPr>
          <p:cNvPr id="6" name="Объект 5">
            <a:extLst>
              <a:ext uri="{FF2B5EF4-FFF2-40B4-BE49-F238E27FC236}">
                <a16:creationId xmlns:a16="http://schemas.microsoft.com/office/drawing/2014/main" id="{F78D59C7-39F1-458D-9D83-FA680D6A691B}"/>
              </a:ext>
            </a:extLst>
          </p:cNvPr>
          <p:cNvPicPr>
            <a:picLocks noGrp="1" noChangeAspect="1"/>
          </p:cNvPicPr>
          <p:nvPr>
            <p:ph idx="1"/>
          </p:nvPr>
        </p:nvPicPr>
        <p:blipFill>
          <a:blip r:embed="rId2"/>
          <a:stretch>
            <a:fillRect/>
          </a:stretch>
        </p:blipFill>
        <p:spPr>
          <a:xfrm>
            <a:off x="5435205" y="1657103"/>
            <a:ext cx="5668166" cy="3534268"/>
          </a:xfrm>
        </p:spPr>
      </p:pic>
      <p:sp>
        <p:nvSpPr>
          <p:cNvPr id="4" name="Текст 3">
            <a:extLst>
              <a:ext uri="{FF2B5EF4-FFF2-40B4-BE49-F238E27FC236}">
                <a16:creationId xmlns:a16="http://schemas.microsoft.com/office/drawing/2014/main" id="{03C41CCC-6CD3-4D11-8277-3167DFE50F3A}"/>
              </a:ext>
            </a:extLst>
          </p:cNvPr>
          <p:cNvSpPr>
            <a:spLocks noGrp="1"/>
          </p:cNvSpPr>
          <p:nvPr>
            <p:ph type="body" sz="half" idx="2"/>
          </p:nvPr>
        </p:nvSpPr>
        <p:spPr/>
        <p:txBody>
          <a:bodyPr>
            <a:normAutofit/>
          </a:bodyPr>
          <a:lstStyle/>
          <a:p>
            <a:r>
              <a:rPr lang="en-AU" sz="2800" dirty="0"/>
              <a:t>The same as the previous slide. Every digital tools requires cybersecurity developer.</a:t>
            </a:r>
            <a:endParaRPr lang="ru-RU" sz="2800" dirty="0"/>
          </a:p>
        </p:txBody>
      </p:sp>
    </p:spTree>
    <p:extLst>
      <p:ext uri="{BB962C8B-B14F-4D97-AF65-F5344CB8AC3E}">
        <p14:creationId xmlns:p14="http://schemas.microsoft.com/office/powerpoint/2010/main" val="715322927"/>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148</Words>
  <Application>Microsoft Office PowerPoint</Application>
  <PresentationFormat>Широкоэкранный</PresentationFormat>
  <Paragraphs>24</Paragraphs>
  <Slides>5</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5</vt:i4>
      </vt:variant>
    </vt:vector>
  </HeadingPairs>
  <TitlesOfParts>
    <vt:vector size="9" baseType="lpstr">
      <vt:lpstr>Arial</vt:lpstr>
      <vt:lpstr>Calibri</vt:lpstr>
      <vt:lpstr>Calibri Light</vt:lpstr>
      <vt:lpstr>Тема Office</vt:lpstr>
      <vt:lpstr>Презентация PowerPoint</vt:lpstr>
      <vt:lpstr>Threat 1</vt:lpstr>
      <vt:lpstr>Threat 2</vt:lpstr>
      <vt:lpstr>Consequences </vt:lpstr>
      <vt:lpstr>Consequences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Lenovo</dc:creator>
  <cp:lastModifiedBy>Lenovo</cp:lastModifiedBy>
  <cp:revision>8</cp:revision>
  <dcterms:created xsi:type="dcterms:W3CDTF">2026-02-16T06:17:48Z</dcterms:created>
  <dcterms:modified xsi:type="dcterms:W3CDTF">2026-02-16T07:12:06Z</dcterms:modified>
</cp:coreProperties>
</file>